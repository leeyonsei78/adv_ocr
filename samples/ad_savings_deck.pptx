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차곡차곡저축보험 - 원금 보장! 확정 3.5% 이자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5년납 · 가입연령 0~75세 · 누구나 가입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/>
              <a:t>※ 공시이율은 변동될 수 있으며 약관을 확인하시기 바랍니다.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4712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준법감시인 심의필 제2026-0456호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